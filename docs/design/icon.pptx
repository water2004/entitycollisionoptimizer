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>
        <p:scale>
          <a:sx n="100" d="100"/>
          <a:sy n="100" d="100"/>
        </p:scale>
        <p:origin x="-585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3127FF-E580-CAB9-828E-65B0B6EA5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72ACE1-EE51-0764-3BFD-058744486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F9D1CA-0BC0-6324-B28F-B40661EEF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9B29-2E12-4BDA-8859-925E3E8547A3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1E136D-C576-A323-205E-19073AF2F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B0AA9A-435E-2F7D-1744-1745F30C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03D5-BC2E-4008-9C31-85C47D7B4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73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0487E3-53AD-2785-CF65-8B7BC97A1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125FDF-A196-9764-241B-2B02D8DAB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41A3A-62B1-B228-B5BA-A986EB008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9B29-2E12-4BDA-8859-925E3E8547A3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3D0886-60F8-C80A-CE23-9C90C4AC9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24773E-47E9-483B-DA94-3C77413CD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03D5-BC2E-4008-9C31-85C47D7B4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912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B2583D-F6D3-A945-94F8-DFD5DC8CC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B829FE-6B4F-8AEC-0063-C6EE9F594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0284F8-408C-37E4-421A-59D5AF022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9B29-2E12-4BDA-8859-925E3E8547A3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5D0875-59BB-DCBE-022C-33105A5B3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43A82A-84F6-8342-B18B-6AD77605F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03D5-BC2E-4008-9C31-85C47D7B4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142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1EE8E-259A-4884-829B-3198B357A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EB544F-87EA-4DC1-561E-EDB6AE9CF4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6ADB89-9C73-D517-CA9A-154DFF5A9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475D63-8599-FC57-519F-5E313D6A0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9B29-2E12-4BDA-8859-925E3E8547A3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3AD41D-957E-80D0-35A0-043CB981C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4EF5AF-DFCD-5506-0414-749EF6181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03D5-BC2E-4008-9C31-85C47D7B4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191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4ABD4A-4493-0050-2FE9-AE5965EE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08C178-9851-B8FE-833A-AF9DB34AF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54E5E0-BFE7-A9BE-6E21-749E04131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C68DAF8-9094-93A6-B0D7-4821471F3F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B98842C-0A8E-A1F9-0486-0637E180E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A8DB63A-BC6F-2076-9F83-C192AD220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9B29-2E12-4BDA-8859-925E3E8547A3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6C174F-996B-348C-6F62-5239FFBE8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DD5FE5-50AC-40BF-F5D3-90CE25823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03D5-BC2E-4008-9C31-85C47D7B4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049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19B8BB-AA79-BF86-B993-3C5A78A35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C27A3BB-7F1C-430D-E6A1-5932BAA1A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9B29-2E12-4BDA-8859-925E3E8547A3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33289C6-3A9A-FD38-00DD-6292FFEA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287CD4-5C52-F1E3-5324-B74D2097D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03D5-BC2E-4008-9C31-85C47D7B4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822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F34870-0E1C-FF3B-FB8A-AE41754AC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9B29-2E12-4BDA-8859-925E3E8547A3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138659-1E12-8335-1089-B989F2EB4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9A33CF-CC76-71D0-039C-B948720C5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03D5-BC2E-4008-9C31-85C47D7B4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48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EE2429-0068-72A9-E113-38945F0BB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571AA6-5D61-D90D-3AB0-4BA407AB1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AC9970-D0F2-BE73-A55B-3557DB8C4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2E68AE-7BC7-12E9-FF14-4935B61BC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9B29-2E12-4BDA-8859-925E3E8547A3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6BE5D8-C8EA-8CC7-2C81-996661E95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F31C97-F2D6-4E75-3FBB-9899A927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03D5-BC2E-4008-9C31-85C47D7B4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006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93350-F566-5DF0-6D10-FBB3415B0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C19C535-D51A-9DB5-D295-87F5D928B2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3F9F36-3412-447E-7652-03EF674ED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AD156A-B297-A73C-2969-CB94853D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9B29-2E12-4BDA-8859-925E3E8547A3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DF2917-429F-290B-A261-4DDC64365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58DE4C-1D04-2300-67A6-E58F5C50F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03D5-BC2E-4008-9C31-85C47D7B4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094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F6360-0458-B372-5E4C-8C640A831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778DFE-6E50-8380-FD7A-298EC7126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4D73F0-2C88-BD37-E05C-62719E800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9B29-2E12-4BDA-8859-925E3E8547A3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4CA6E5-AAF0-5147-05D8-902A82A1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38B97E-09CF-600B-AF87-49BDDD522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03D5-BC2E-4008-9C31-85C47D7B4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62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0DD4C53-7AD8-28F5-06E5-3DB3A7E77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22CE5B-E47E-FB1E-E412-D4BA4AC81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24C471-67F3-C7FE-2DB7-FFA00C8FD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9B29-2E12-4BDA-8859-925E3E8547A3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A047A0-EAD9-E79F-0F1B-236CDF905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26EA8D-B526-C7DD-00E5-01E3A9C6B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03D5-BC2E-4008-9C31-85C47D7B4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445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63AFF70-39BF-BE13-FE67-B7F56D9D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FCFA55-7807-BB21-6AB3-D1FE136D7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355D02-837C-8318-0706-67A259922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849B29-2E12-4BDA-8859-925E3E8547A3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107634-82F1-13F8-E200-46B138576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13817E-F032-00D5-9B9A-D90100C06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F303D5-BC2E-4008-9C31-85C47D7B4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133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29060EF-CF74-C078-D330-41C20A27AFE8}"/>
              </a:ext>
            </a:extLst>
          </p:cNvPr>
          <p:cNvSpPr>
            <a:spLocks/>
          </p:cNvSpPr>
          <p:nvPr/>
        </p:nvSpPr>
        <p:spPr>
          <a:xfrm>
            <a:off x="2794958" y="45960"/>
            <a:ext cx="6602084" cy="660208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DECB2CF-A874-1658-1D81-7AE3EEBCA468}"/>
              </a:ext>
            </a:extLst>
          </p:cNvPr>
          <p:cNvSpPr/>
          <p:nvPr/>
        </p:nvSpPr>
        <p:spPr>
          <a:xfrm>
            <a:off x="3610847" y="4047227"/>
            <a:ext cx="1792163" cy="4198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6EF6A47-30A5-A602-FE66-0D4F23F594D8}"/>
              </a:ext>
            </a:extLst>
          </p:cNvPr>
          <p:cNvSpPr/>
          <p:nvPr/>
        </p:nvSpPr>
        <p:spPr>
          <a:xfrm>
            <a:off x="3610847" y="3219089"/>
            <a:ext cx="1792163" cy="4198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50B0D3-30CE-C659-91FE-DE87491F7A02}"/>
              </a:ext>
            </a:extLst>
          </p:cNvPr>
          <p:cNvSpPr/>
          <p:nvPr/>
        </p:nvSpPr>
        <p:spPr>
          <a:xfrm>
            <a:off x="3610847" y="2409643"/>
            <a:ext cx="1792163" cy="4198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0D0C60B-1D5E-81F8-D363-D6A18E0ADE59}"/>
              </a:ext>
            </a:extLst>
          </p:cNvPr>
          <p:cNvSpPr/>
          <p:nvPr/>
        </p:nvSpPr>
        <p:spPr>
          <a:xfrm>
            <a:off x="5062535" y="2395535"/>
            <a:ext cx="2066928" cy="2066928"/>
          </a:xfrm>
          <a:prstGeom prst="ellipse">
            <a:avLst/>
          </a:prstGeom>
          <a:solidFill>
            <a:srgbClr val="00B050"/>
          </a:solidFill>
          <a:ln w="5080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A48FF5D-9A4C-BAB3-EA41-D682973F63F7}"/>
              </a:ext>
            </a:extLst>
          </p:cNvPr>
          <p:cNvSpPr/>
          <p:nvPr/>
        </p:nvSpPr>
        <p:spPr>
          <a:xfrm>
            <a:off x="5287992" y="2620992"/>
            <a:ext cx="1616015" cy="1616015"/>
          </a:xfrm>
          <a:prstGeom prst="ellipse">
            <a:avLst/>
          </a:prstGeom>
          <a:noFill/>
          <a:ln w="508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98A4818-09F2-D1BB-24D5-08004E795332}"/>
              </a:ext>
            </a:extLst>
          </p:cNvPr>
          <p:cNvSpPr/>
          <p:nvPr/>
        </p:nvSpPr>
        <p:spPr>
          <a:xfrm>
            <a:off x="6541694" y="2480094"/>
            <a:ext cx="1978328" cy="1978328"/>
          </a:xfrm>
          <a:prstGeom prst="ellipse">
            <a:avLst/>
          </a:prstGeom>
          <a:solidFill>
            <a:srgbClr val="00B050"/>
          </a:solidFill>
          <a:ln w="5080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D020FD0-F4C1-E7F9-B10A-D6988CF3D2C1}"/>
              </a:ext>
            </a:extLst>
          </p:cNvPr>
          <p:cNvSpPr/>
          <p:nvPr/>
        </p:nvSpPr>
        <p:spPr>
          <a:xfrm>
            <a:off x="6788988" y="2661250"/>
            <a:ext cx="1616015" cy="1616015"/>
          </a:xfrm>
          <a:prstGeom prst="ellipse">
            <a:avLst/>
          </a:prstGeom>
          <a:noFill/>
          <a:ln w="508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06D67D-82E1-E598-9DB9-818D2E6E1C4C}"/>
              </a:ext>
            </a:extLst>
          </p:cNvPr>
          <p:cNvSpPr/>
          <p:nvPr/>
        </p:nvSpPr>
        <p:spPr>
          <a:xfrm rot="2607374">
            <a:off x="3392785" y="4213744"/>
            <a:ext cx="671818" cy="33440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6E5E67-DC2D-D00B-9572-D2E5CC8056B0}"/>
              </a:ext>
            </a:extLst>
          </p:cNvPr>
          <p:cNvSpPr/>
          <p:nvPr/>
        </p:nvSpPr>
        <p:spPr>
          <a:xfrm rot="2607374">
            <a:off x="5626397" y="5591092"/>
            <a:ext cx="671818" cy="33440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B15830F-7EB7-A8F1-B981-265DD313F3A5}"/>
              </a:ext>
            </a:extLst>
          </p:cNvPr>
          <p:cNvSpPr/>
          <p:nvPr/>
        </p:nvSpPr>
        <p:spPr>
          <a:xfrm rot="8193170">
            <a:off x="4171019" y="5308208"/>
            <a:ext cx="671818" cy="33440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179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源 水</dc:creator>
  <cp:lastModifiedBy>源 水</cp:lastModifiedBy>
  <cp:revision>1</cp:revision>
  <dcterms:created xsi:type="dcterms:W3CDTF">2026-09-12T16:49:15Z</dcterms:created>
  <dcterms:modified xsi:type="dcterms:W3CDTF">2026-09-12T17:03:01Z</dcterms:modified>
</cp:coreProperties>
</file>